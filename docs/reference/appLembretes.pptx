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91e1f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91e1f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9090756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9090756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d933c8c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d933c8c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5b09a96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d5b09a96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46a190ae_1_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546a190ae_1_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B">
  <p:cSld name="TITLE_AND_BODY_2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>
            <p:ph idx="2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7783" r="0" t="0"/>
          <a:stretch/>
        </p:blipFill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00"/>
              <a:t>App de lembretes para medicamentos</a:t>
            </a:r>
            <a:endParaRPr sz="4300"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Felipe Duarte, Gabriel Nogueira</a:t>
            </a:r>
            <a:r>
              <a:rPr lang="pt-BR"/>
              <a:t>, Guilherme Arthur Borba, Leticia Paula da Silva, </a:t>
            </a:r>
            <a:r>
              <a:rPr lang="pt-BR"/>
              <a:t>Lucas Mezêncio, Luiz Felipe da Silva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23625" y="220200"/>
            <a:ext cx="4023000" cy="7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900"/>
              <a:t>Diagrama em blocos</a:t>
            </a:r>
            <a:endParaRPr sz="2900"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38" y="905675"/>
            <a:ext cx="7745024" cy="38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Funcionamento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71900" y="1919075"/>
            <a:ext cx="8147100" cy="25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Aplicativo voltado a pessoas e/ou instituições de cuidado a idosos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Objetivo lembrá-los da hora correta de tomar medicamentos conforme prescritos.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Ex: Quando um médico gera uma receita digital em um sistema como o Memed, essa receita é automaticamente integrada ao app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Lembretes via notificações push, SMS ou ligações automatizadas.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Perfis vinculados como cuidadores e responsáveis de algum idoso podem ter seus perfis vinculados para configurar e receber notificações juntamente ao perfil principal.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Integrações com farmácias permitem verificar aquisições e apoiar a adesão terapêutica.</a:t>
            </a:r>
            <a:endParaRPr/>
          </a:p>
        </p:txBody>
      </p:sp>
      <p:cxnSp>
        <p:nvCxnSpPr>
          <p:cNvPr id="90" name="Google Shape;90;p17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lateral de uma mão empurrando um botão em uma mesa de mixagem de som" id="95" name="Google Shape;95;p18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Tecnologias sugeridas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585350" y="724200"/>
            <a:ext cx="45588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Backend: Golang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Frontend (App): React native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Banco de dados: PostgreSQL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Integrações: API da Memed, Twilio (SMS e ligação), Firebase Cloud Messaging (push)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Infraestrutura: Heroku, AWS ou Google Cloud Platform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Segurança &amp; LGPD: OAuth2; criptografia em trânsito (TLS) e em repouso; conformidade com LGPD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Envolvidos</a:t>
            </a:r>
            <a:endParaRPr/>
          </a:p>
        </p:txBody>
      </p:sp>
      <p:cxnSp>
        <p:nvCxnSpPr>
          <p:cNvPr id="103" name="Google Shape;103;p19"/>
          <p:cNvCxnSpPr/>
          <p:nvPr/>
        </p:nvCxnSpPr>
        <p:spPr>
          <a:xfrm>
            <a:off x="929038" y="25079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976112" y="2384687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Interessados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976112" y="2674713"/>
            <a:ext cx="18141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Estabelecimento de cuidado para idosos e famílias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06" name="Google Shape;106;p19"/>
          <p:cNvCxnSpPr/>
          <p:nvPr/>
        </p:nvCxnSpPr>
        <p:spPr>
          <a:xfrm>
            <a:off x="3395738" y="23555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9"/>
          <p:cNvSpPr txBox="1"/>
          <p:nvPr>
            <p:ph type="title"/>
          </p:nvPr>
        </p:nvSpPr>
        <p:spPr>
          <a:xfrm>
            <a:off x="3442799" y="2241075"/>
            <a:ext cx="2012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“Intermediadores”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442797" y="2531100"/>
            <a:ext cx="22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Médicos, farmácias, empresas e apps de prescrição médica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09" name="Google Shape;109;p19"/>
          <p:cNvCxnSpPr/>
          <p:nvPr/>
        </p:nvCxnSpPr>
        <p:spPr>
          <a:xfrm>
            <a:off x="6457563" y="205310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9"/>
          <p:cNvSpPr txBox="1"/>
          <p:nvPr>
            <p:ph type="title"/>
          </p:nvPr>
        </p:nvSpPr>
        <p:spPr>
          <a:xfrm>
            <a:off x="6504637" y="1929945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Impacto final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6504621" y="2219975"/>
            <a:ext cx="23841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Idosos com necessidade de acompanhamento especial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112" name="Google Shape;112;p19"/>
          <p:cNvGrpSpPr/>
          <p:nvPr/>
        </p:nvGrpSpPr>
        <p:grpSpPr>
          <a:xfrm>
            <a:off x="929030" y="3219673"/>
            <a:ext cx="6993309" cy="1520400"/>
            <a:chOff x="929030" y="3219673"/>
            <a:chExt cx="6993309" cy="1520400"/>
          </a:xfrm>
        </p:grpSpPr>
        <p:cxnSp>
          <p:nvCxnSpPr>
            <p:cNvPr id="113" name="Google Shape;113;p19"/>
            <p:cNvCxnSpPr>
              <a:stCxn id="114" idx="6"/>
              <a:endCxn id="115" idx="2"/>
            </p:cNvCxnSpPr>
            <p:nvPr/>
          </p:nvCxnSpPr>
          <p:spPr>
            <a:xfrm>
              <a:off x="1537730" y="3979907"/>
              <a:ext cx="4864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14" name="Google Shape;114;p19"/>
            <p:cNvSpPr/>
            <p:nvPr/>
          </p:nvSpPr>
          <p:spPr>
            <a:xfrm>
              <a:off x="929030" y="3675557"/>
              <a:ext cx="608700" cy="60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3421283" y="3431305"/>
              <a:ext cx="1097100" cy="1097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6401939" y="3219673"/>
              <a:ext cx="1520400" cy="152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226078" y="331219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Por que esta solução se destaca?</a:t>
            </a:r>
            <a:endParaRPr sz="1600"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226075" y="1459155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</a:t>
            </a:r>
            <a:r>
              <a:rPr lang="pt-BR"/>
              <a:t>Experiência totalmente automatizada elimina a entrada manual de dados para pacientes e cuidadores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2. Alinhado com as tendências da saúde digital, utilizando a infraestrutura de prescrição existente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3. Modelo de negócio escalável com potencial de expansão para seguradoras de saúde e prestadores de cuidados</a:t>
            </a:r>
            <a:endParaRPr/>
          </a:p>
        </p:txBody>
      </p:sp>
      <p:sp>
        <p:nvSpPr>
          <p:cNvPr id="123" name="Google Shape;123;p20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Acessível</a:t>
            </a:r>
            <a:r>
              <a:rPr lang="pt-BR"/>
              <a:t> e simples</a:t>
            </a:r>
            <a:endParaRPr/>
          </a:p>
        </p:txBody>
      </p:sp>
      <p:cxnSp>
        <p:nvCxnSpPr>
          <p:cNvPr id="124" name="Google Shape;124;p20"/>
          <p:cNvCxnSpPr>
            <a:stCxn id="123" idx="2"/>
            <a:endCxn id="125" idx="0"/>
          </p:cNvCxnSpPr>
          <p:nvPr/>
        </p:nvCxnSpPr>
        <p:spPr>
          <a:xfrm>
            <a:off x="6214450" y="1476250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0"/>
          <p:cNvSpPr txBox="1"/>
          <p:nvPr>
            <p:ph type="title"/>
          </p:nvPr>
        </p:nvSpPr>
        <p:spPr>
          <a:xfrm>
            <a:off x="4337500" y="2090676"/>
            <a:ext cx="3753900" cy="962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Inovador</a:t>
            </a:r>
            <a:endParaRPr/>
          </a:p>
        </p:txBody>
      </p:sp>
      <p:cxnSp>
        <p:nvCxnSpPr>
          <p:cNvPr id="126" name="Google Shape;126;p20"/>
          <p:cNvCxnSpPr>
            <a:stCxn id="125" idx="2"/>
            <a:endCxn id="127" idx="0"/>
          </p:cNvCxnSpPr>
          <p:nvPr/>
        </p:nvCxnSpPr>
        <p:spPr>
          <a:xfrm>
            <a:off x="6214450" y="3052776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0"/>
          <p:cNvSpPr txBox="1"/>
          <p:nvPr>
            <p:ph type="title"/>
          </p:nvPr>
        </p:nvSpPr>
        <p:spPr>
          <a:xfrm>
            <a:off x="4337501" y="3667157"/>
            <a:ext cx="3753900" cy="9621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Alcance amplo de mercado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2352450" y="368650"/>
            <a:ext cx="4439100" cy="68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pt-BR" sz="3000"/>
              <a:t>Investimento e retorno</a:t>
            </a:r>
            <a:endParaRPr b="1" sz="3000"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900" y="1286750"/>
            <a:ext cx="4439100" cy="257000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2630050" y="4120350"/>
            <a:ext cx="369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Inter"/>
              <a:buNone/>
            </a:pPr>
            <a:r>
              <a:rPr i="1" lang="pt-BR" sz="1000">
                <a:solidFill>
                  <a:schemeClr val="lt1"/>
                </a:solidFill>
              </a:rPr>
              <a:t>Os custos variam com base na composição da equipe, escopo de funcionalidades e escala de implantação.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854175" y="767275"/>
            <a:ext cx="4782300" cy="38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Prós</a:t>
            </a:r>
            <a:r>
              <a:rPr lang="pt-BR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pt-BR">
                <a:solidFill>
                  <a:schemeClr val="lt1"/>
                </a:solidFill>
              </a:rPr>
              <a:t>Experiência automatizada para pacientes e cuidadores simplifica o uso</a:t>
            </a:r>
            <a:endParaRPr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pt-BR">
                <a:solidFill>
                  <a:schemeClr val="lt1"/>
                </a:solidFill>
              </a:rPr>
              <a:t>Aderência à tendência da prescrição digital otimiza processos atuais</a:t>
            </a:r>
            <a:endParaRPr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pt-BR">
                <a:solidFill>
                  <a:schemeClr val="lt1"/>
                </a:solidFill>
              </a:rPr>
              <a:t>Potencial de expansão para operadoras e planos de saúde é real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	Contras:</a:t>
            </a:r>
            <a:endParaRPr b="1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pt-BR">
                <a:solidFill>
                  <a:schemeClr val="lt1"/>
                </a:solidFill>
              </a:rPr>
              <a:t>Maior complexidade inicial de desenvolvimento e integração é um desafio</a:t>
            </a:r>
            <a:endParaRPr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ct val="100000"/>
              <a:buChar char="●"/>
            </a:pPr>
            <a:r>
              <a:rPr lang="pt-BR">
                <a:solidFill>
                  <a:schemeClr val="lt1"/>
                </a:solidFill>
              </a:rPr>
              <a:t>Dependência</a:t>
            </a:r>
            <a:r>
              <a:rPr lang="pt-BR">
                <a:solidFill>
                  <a:schemeClr val="lt1"/>
                </a:solidFill>
              </a:rPr>
              <a:t> de terceiros e de mudanças nas APIs é uma desvantagem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9" name="Google Shape;139;p2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75" y="688175"/>
            <a:ext cx="3305400" cy="3936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Benefícios Chave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>
                <a:solidFill>
                  <a:schemeClr val="lt1"/>
                </a:solidFill>
              </a:rPr>
              <a:t>Redução de hospitalizações por erros de medicação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>
                <a:solidFill>
                  <a:schemeClr val="lt1"/>
                </a:solidFill>
              </a:rPr>
              <a:t>Aumento significativo nas taxas de adesão ao tratamento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t-BR">
                <a:solidFill>
                  <a:schemeClr val="lt1"/>
                </a:solidFill>
              </a:rPr>
              <a:t>Facilidade no monitoramento e cuidado para famílias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Char char="●"/>
            </a:pPr>
            <a:r>
              <a:rPr lang="pt-BR">
                <a:solidFill>
                  <a:schemeClr val="lt1"/>
                </a:solidFill>
              </a:rPr>
              <a:t>Parcerias com seguradoras geram novas receitas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5" name="Google Shape;145;p2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